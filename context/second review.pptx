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93C1A-8591-44CE-B841-C53911BB7EAE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3BEE4-A4B3-4EB9-9292-A3E6B3EDD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53BEE4-A4B3-4EB9-9292-A3E6B3EDDB8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12265" y="3202146"/>
          <a:ext cx="5919470" cy="445770"/>
        </p:xfrm>
        <a:graphic>
          <a:graphicData uri="http://schemas.openxmlformats.org/drawingml/2006/table">
            <a:tbl>
              <a:tblPr/>
              <a:tblGrid>
                <a:gridCol w="591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IN" sz="1100" dirty="0">
                        <a:latin typeface="Calibri" panose="020F050202020403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-381000" y="0"/>
            <a:ext cx="91440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66656" y="816685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Phase-2 Review-2 Presentation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Counterfeit Product Detection using Blockchain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By:-</a:t>
            </a:r>
          </a:p>
          <a:p>
            <a:pPr algn="ctr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Sneha.S.B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(1SP23IS050)</a:t>
            </a:r>
          </a:p>
          <a:p>
            <a:pPr algn="ctr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Abhishek.P.I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(1SP23IS001)</a:t>
            </a:r>
          </a:p>
          <a:p>
            <a:pPr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Diganth		(1SP23IS011)</a:t>
            </a:r>
          </a:p>
          <a:p>
            <a:pPr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Pracheth		(1SP23IS033)</a:t>
            </a: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of:-</a:t>
            </a:r>
          </a:p>
          <a:p>
            <a:pPr algn="ctr">
              <a:buNone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Aruna</a:t>
            </a: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&amp; Engineering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b="1" dirty="0"/>
              <a:t>S.E.A. COLLEGE OF ENGINEERING &amp; TECHNOLOGY</a:t>
            </a:r>
            <a:endParaRPr lang="en-IN" sz="2000" b="1" dirty="0"/>
          </a:p>
          <a:p>
            <a:pPr algn="ctr">
              <a:buNone/>
            </a:pPr>
            <a:r>
              <a:rPr lang="en-US" sz="2000" dirty="0"/>
              <a:t>(Affiliated to </a:t>
            </a: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</a:t>
            </a:r>
            <a:r>
              <a:rPr lang="en-US" sz="2000" dirty="0"/>
              <a:t>Technological University, Bel</a:t>
            </a:r>
            <a:r>
              <a:rPr lang="en-IN" altLang="en-US" sz="2000" dirty="0"/>
              <a:t>a</a:t>
            </a:r>
            <a:r>
              <a:rPr lang="en-US" sz="2000" dirty="0"/>
              <a:t>g</a:t>
            </a:r>
            <a:r>
              <a:rPr lang="en-IN" altLang="en-US" sz="2000" dirty="0"/>
              <a:t>avi</a:t>
            </a:r>
            <a:r>
              <a:rPr lang="en-US" sz="2000" dirty="0"/>
              <a:t>)</a:t>
            </a:r>
            <a:endParaRPr lang="en-IN" sz="2000" dirty="0"/>
          </a:p>
          <a:p>
            <a:pPr algn="ctr">
              <a:buNone/>
            </a:pPr>
            <a:endParaRPr lang="en-IN" sz="2000" dirty="0"/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10290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05344" y="848185"/>
            <a:ext cx="972000" cy="108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u="sng" dirty="0"/>
              <a:t>Abstract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People worldwide are at risk of buying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counterfeit products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due to lack of verification.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Blockchain technology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provides a reliable solution by building trust between parties.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Manufacturers store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authentic product serial numbers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a distributed ledger.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Customers can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verify products before purchase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reducing fraud risk.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Blockchain ensures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data integrity and tamper-proof transactions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smart contracts (Ethereum)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automates verification securely.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Reduces dependency on intermediaries and increases system efficiency.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Enhances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customer confidence in product authenticity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pPr algn="ctr"/>
            <a:r>
              <a:rPr lang="en-US" sz="4800" u="sng" dirty="0"/>
              <a:t>Introduction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Fake products are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major global problem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affecting safety and trust.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look like real items but are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low quality and cheaper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difficult to identify genuine products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Around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3.3% of global trade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involves counterfeit goods.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Many people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unknowingly buy fake products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reducing trust.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Existing methods are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not fully effective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stopping fakes. </a:t>
            </a:r>
          </a:p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technology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provides a secure way to verify products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6705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Literature Survey</a:t>
            </a:r>
            <a:endParaRPr lang="en-US" sz="5400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6157"/>
              </p:ext>
            </p:extLst>
          </p:nvPr>
        </p:nvGraphicFramePr>
        <p:xfrm>
          <a:off x="457201" y="1524000"/>
          <a:ext cx="8305800" cy="50291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7016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153583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91922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562977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590151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635172"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Idea / Method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 / 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/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61666"/>
                  </a:ext>
                </a:extLst>
              </a:tr>
              <a:tr h="713831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Tags in Wine Industry (2018)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Šandi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smart tags with blockchain for tracking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specific industry (wine sector)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blockchain use for brand protection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59918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 in Fake Goods (2019)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OECD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global counterfeit trade using statistical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large scale problem but no technical solution provided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need for strong anti-counterfeit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94520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Pharmaceutical Traceability (2019)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Tripathi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used to track medicines and prevent fake drugs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complexity and infrastructure dependency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safe and secure drug supply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434956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Chain Detection using Blockchain (2020)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Prathipa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products across supply chain using distributed ledger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integration across all stakeholders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transparency and accountability in supply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93"/>
                  </a:ext>
                </a:extLst>
              </a:tr>
              <a:tr h="92004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Fake Product Detection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Hedaoo</a:t>
                      </a:r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blockchain for transparent and tamper-proof product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real-world implementation and scalability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decentralized ledger for product verification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618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9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6705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Literature</a:t>
            </a:r>
            <a:r>
              <a:rPr lang="en-US" sz="4000" u="sng" dirty="0"/>
              <a:t> </a:t>
            </a:r>
            <a:r>
              <a:rPr lang="en-US" sz="4400" u="sng" dirty="0"/>
              <a:t>Survey</a:t>
            </a:r>
            <a:endParaRPr lang="en-US" sz="4800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F9C5B3-FEA8-31C2-64AF-92B59217D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917455"/>
              </p:ext>
            </p:extLst>
          </p:nvPr>
        </p:nvGraphicFramePr>
        <p:xfrm>
          <a:off x="419099" y="1394012"/>
          <a:ext cx="8305801" cy="5349032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615245">
                  <a:extLst>
                    <a:ext uri="{9D8B030D-6E8A-4147-A177-3AD203B41FA5}">
                      <a16:colId xmlns:a16="http://schemas.microsoft.com/office/drawing/2014/main" val="3404477982"/>
                    </a:ext>
                  </a:extLst>
                </a:gridCol>
                <a:gridCol w="1999545">
                  <a:extLst>
                    <a:ext uri="{9D8B030D-6E8A-4147-A177-3AD203B41FA5}">
                      <a16:colId xmlns:a16="http://schemas.microsoft.com/office/drawing/2014/main" val="4179997401"/>
                    </a:ext>
                  </a:extLst>
                </a:gridCol>
                <a:gridCol w="1307395">
                  <a:extLst>
                    <a:ext uri="{9D8B030D-6E8A-4147-A177-3AD203B41FA5}">
                      <a16:colId xmlns:a16="http://schemas.microsoft.com/office/drawing/2014/main" val="3504181798"/>
                    </a:ext>
                  </a:extLst>
                </a:gridCol>
                <a:gridCol w="1615016">
                  <a:extLst>
                    <a:ext uri="{9D8B030D-6E8A-4147-A177-3AD203B41FA5}">
                      <a16:colId xmlns:a16="http://schemas.microsoft.com/office/drawing/2014/main" val="170237309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43328613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951566691"/>
                    </a:ext>
                  </a:extLst>
                </a:gridCol>
              </a:tblGrid>
              <a:tr h="83411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Ethereum-based Identification System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smart contracts on Ethereum for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 in implementation and user accessibility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verification process without intermediaries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113233"/>
                  </a:ext>
                </a:extLst>
              </a:tr>
              <a:tr h="10210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 Consumer Study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 analysis of consumer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Consumers unknowingly buy fake products, lack verification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need for easy product authentication for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482623"/>
                  </a:ext>
                </a:extLst>
              </a:tr>
              <a:tr h="120803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Project Zero (2021)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Segran</a:t>
                      </a:r>
                      <a:endParaRPr lang="en-IN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Machine Learning algorithms to detect fake listings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system, still cannot completely remove fake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need for more secure and decentralized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929484"/>
                  </a:ext>
                </a:extLst>
              </a:tr>
              <a:tr h="10208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 Product Identification System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Suryawanshi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smart contracts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better 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decentralized system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6559"/>
                  </a:ext>
                </a:extLst>
              </a:tr>
              <a:tr h="1020872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r>
                        <a:rPr lang="en-IN" sz="16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Role of Blockchain in Combating Counterfeits (2026)</a:t>
                      </a:r>
                      <a:endParaRPr lang="en-I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Recent Research (IJFMR, 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Uses blockchain for end-to-end traceability and authentication</a:t>
                      </a:r>
                      <a:endParaRPr lang="en-I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Still challenges in adoption and scalability</a:t>
                      </a:r>
                      <a:endParaRPr lang="en-I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Shows blockchain as future solution for counterfeit detection</a:t>
                      </a:r>
                      <a:endParaRPr lang="en-IN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145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4" y="1524000"/>
            <a:ext cx="8229600" cy="438912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Combines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analysis with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technology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automation, transparency, and decentralization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for image/product verification and anomaly detection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analyzes features like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image sharpness, color, resolution, and brightness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Helps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detecting fake or tampered products visually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acts as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secure digital registry for transactions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Stores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product provenance, tracking, and verification data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stored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blocks with unique cryptographic hashes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Eliminates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centralized storage → improves security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unique serial numbers from manufacturers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Prevents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duplication or reuse of product identities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Enables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real-time verification by customers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Involves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all supply chain stakeholders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Effectively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reduces counterfeit product sales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2BB4-FECB-D5A9-45CE-4095DC15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/>
              <a:t>Objectives</a:t>
            </a:r>
            <a:endParaRPr lang="en-IN" sz="4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A2A9-39A1-1564-B512-1A465854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40" y="1463040"/>
            <a:ext cx="8315960" cy="53187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Decentralized Product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manufacturers to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product details and serial numbers on blockchain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permanent, and tamper-proof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Authentication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customers to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product authenticity before purchase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chances of buying counterfeit products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Smart Contract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verification using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smart contracts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need for intermediaries and manual checking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product movement from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 → seller → customer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visibility and traceability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and Tamper-Proof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all transactions are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(cannot be changed)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fraud and data manipulation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Reduce Counterfeit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fake products in the market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trust and brand reliability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27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221</TotalTime>
  <Words>819</Words>
  <Application>Microsoft Office PowerPoint</Application>
  <PresentationFormat>On-screen Show (4:3)</PresentationFormat>
  <Paragraphs>144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Constantia</vt:lpstr>
      <vt:lpstr>Times New Roman</vt:lpstr>
      <vt:lpstr>Wingdings 2</vt:lpstr>
      <vt:lpstr>Flow</vt:lpstr>
      <vt:lpstr>A Project Phase-2 Review-2 Presentation</vt:lpstr>
      <vt:lpstr>Abstract</vt:lpstr>
      <vt:lpstr>Introduction</vt:lpstr>
      <vt:lpstr>Literature Survey</vt:lpstr>
      <vt:lpstr>Literature Survey</vt:lpstr>
      <vt:lpstr>Proposed System</vt:lpstr>
      <vt:lpstr>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SEACET-ISPC</dc:creator>
  <cp:lastModifiedBy>Diganth Gowda</cp:lastModifiedBy>
  <cp:revision>29</cp:revision>
  <dcterms:created xsi:type="dcterms:W3CDTF">2006-08-16T00:00:00Z</dcterms:created>
  <dcterms:modified xsi:type="dcterms:W3CDTF">2026-04-05T14:00:54Z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3868D2B81EFF4857A3D498ED943ADBAA_12</vt:lpwstr>
  </property>
  <property fmtid="{D5CDD505-2E9C-101B-9397-08002B2CF9AE}" pid="3" name="KSOProductBuildVer">
    <vt:lpwstr>1033-12.2.0.23196</vt:lpwstr>
  </property>
</Properties>
</file>