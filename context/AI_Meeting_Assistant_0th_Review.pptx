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56" r:id="rId3"/>
    <p:sldId id="257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313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6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52199" y="2401610"/>
          <a:ext cx="4439603" cy="347901"/>
        </p:xfrm>
        <a:graphic>
          <a:graphicData uri="http://schemas.openxmlformats.org/drawingml/2006/table">
            <a:tbl>
              <a:tblPr/>
              <a:tblGrid>
                <a:gridCol w="443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5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IN" sz="800" dirty="0">
                        <a:latin typeface="Calibri" panose="020F050202020403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857250" y="1"/>
            <a:ext cx="6858000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endParaRPr lang="en-IN" sz="135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736943" y="427432"/>
            <a:ext cx="3670113" cy="53776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143000" y="1295683"/>
            <a:ext cx="6858000" cy="3691890"/>
          </a:xfrm>
        </p:spPr>
        <p:txBody>
          <a:bodyPr>
            <a:normAutofit fontScale="70000" lnSpcReduction="20000"/>
          </a:bodyPr>
          <a:lstStyle/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0</a:t>
            </a: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By:  </a:t>
            </a:r>
          </a:p>
          <a:p>
            <a:pPr algn="ctr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(1SP23IS0xx)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</a:t>
            </a:r>
            <a:r>
              <a:rPr lang="en-US" sz="13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Guidence</a:t>
            </a:r>
            <a:r>
              <a:rPr lang="en-US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lang="en-US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buNone/>
            </a:pPr>
            <a:r>
              <a:rPr lang="en-US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S.E.A. COLLEGE OF ENGINEERING &amp; TECHNOLOGY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(Affiliated to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Visvesvaraya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Technological University,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Belgaum)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9" y="277000"/>
            <a:ext cx="1265501" cy="112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19744" y="277000"/>
            <a:ext cx="899613" cy="1167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3691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91440"/>
            <a:ext cx="685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91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Meeting Assistant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382769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651760" cy="393192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12471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9222" y="11932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93192" y="1490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3192" y="1856232"/>
            <a:ext cx="2322576" cy="1371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" y="1965960"/>
            <a:ext cx="2377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spoken dialogue → structured docs</a:t>
            </a:r>
            <a:endParaRPr lang="en-US" sz="11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+ BART abstractive summarizer</a:t>
            </a:r>
            <a:endParaRPr lang="en-US" sz="11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notes, speakers, action items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081528" y="960120"/>
            <a:ext cx="2651760" cy="393192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081528" y="96012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124712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48456" y="119073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246120" y="1490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246120" y="1856232"/>
            <a:ext cx="2322576" cy="1371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46120" y="1965960"/>
            <a:ext cx="2377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info lost in translation after meetings</a:t>
            </a:r>
            <a:endParaRPr lang="en-US" sz="11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note-taking distracts from participation</a:t>
            </a:r>
            <a:endParaRPr lang="en-US" sz="11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passive audio into active data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934456" y="960120"/>
            <a:ext cx="2651760" cy="393192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34456" y="96012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1124712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46520" y="1188176"/>
            <a:ext cx="2163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099048" y="1490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099048" y="1856232"/>
            <a:ext cx="2322576" cy="1371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099048" y="1965960"/>
            <a:ext cx="2377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overload: hour-long recordings</a:t>
            </a:r>
            <a:endParaRPr lang="en-US" sz="11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error: missed deadlines &amp; tasks</a:t>
            </a:r>
            <a:endParaRPr lang="en-US" sz="11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audio — not searchable/indexable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91440"/>
            <a:ext cx="685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91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Objectives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" y="3882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· Architecture · Metrics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2466" y="823280"/>
            <a:ext cx="3474720" cy="217627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896112"/>
            <a:ext cx="347472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9224" y="100590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6698" y="1207008"/>
            <a:ext cx="17261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&amp; Foundations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1481328"/>
            <a:ext cx="3200400" cy="1371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1536192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(OpenAI, 2022)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STT robust to accents &amp; noise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(Lewis et al.)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summarization via paraphrasing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models for Who-Spoke-When detection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" y="3200400"/>
            <a:ext cx="3474720" cy="1719072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3200400"/>
            <a:ext cx="34747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29184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" y="33101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20040" y="356616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</a:t>
            </a: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transcription precision in multi-speaker environments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 </a:t>
            </a: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within 20% of total meeting duration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 </a:t>
            </a: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with clear owner + deadline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931920" y="896112"/>
            <a:ext cx="5029200" cy="4023360"/>
          </a:xfrm>
          <a:prstGeom prst="rect">
            <a:avLst/>
          </a:prstGeom>
          <a:solidFill>
            <a:srgbClr val="112244"/>
          </a:solidFill>
          <a:ln w="12700">
            <a:solidFill>
              <a:srgbClr val="1D4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931920" y="896112"/>
            <a:ext cx="5029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98755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98264" y="101498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402772" y="1210013"/>
            <a:ext cx="128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069080" y="1481328"/>
            <a:ext cx="4754880" cy="1371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33088" y="1572768"/>
            <a:ext cx="4626864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133088" y="1572768"/>
            <a:ext cx="438912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133088" y="157276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1709928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47488" y="166420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047488" y="192024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ingestion &amp; noise cancellation pre-processing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432804" y="2267712"/>
            <a:ext cx="27432" cy="6583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281928" y="231709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133088" y="2368296"/>
            <a:ext cx="4626864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133088" y="2368296"/>
            <a:ext cx="438912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133088" y="2368296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2505456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047488" y="245973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Engine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5047488" y="271576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API/Model → Speech-to-Text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432804" y="3063240"/>
            <a:ext cx="27432" cy="6583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281928" y="311261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4133088" y="3163824"/>
            <a:ext cx="4626864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133088" y="3163824"/>
            <a:ext cx="438912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133088" y="3163824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008" y="3300984"/>
            <a:ext cx="320040" cy="32004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047488" y="325526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Processor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047488" y="35112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BART/T5 Summarizer + NER keyword extraction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6432804" y="3858768"/>
            <a:ext cx="27432" cy="6583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281928" y="390814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4133088" y="3959352"/>
            <a:ext cx="4626864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133088" y="3959352"/>
            <a:ext cx="438912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4133088" y="3959352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8" y="4096512"/>
            <a:ext cx="320040" cy="320040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5047488" y="405079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5047488" y="430682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dashboard: Summary · Action Items · Transcript</a:t>
            </a:r>
            <a:endParaRPr lang="en-US" sz="950" dirty="0"/>
          </a:p>
        </p:txBody>
      </p:sp>
      <p:sp>
        <p:nvSpPr>
          <p:cNvPr id="56" name="Text 47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0th Review  •  Final Year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234</Words>
  <Application>Microsoft Office PowerPoint</Application>
  <PresentationFormat>On-screen Show (16:9)</PresentationFormat>
  <Paragraphs>75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PROJECT PHASE 1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Meeting Assistant</dc:title>
  <dc:subject>PptxGenJS Presentation</dc:subject>
  <dc:creator>Prem Kumar</dc:creator>
  <cp:lastModifiedBy>Prem Kumar</cp:lastModifiedBy>
  <cp:revision>4</cp:revision>
  <dcterms:created xsi:type="dcterms:W3CDTF">2026-04-05T13:47:52Z</dcterms:created>
  <dcterms:modified xsi:type="dcterms:W3CDTF">2026-04-05T14:14:47Z</dcterms:modified>
</cp:coreProperties>
</file>