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94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3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52199" y="2401610"/>
          <a:ext cx="4439603" cy="347901"/>
        </p:xfrm>
        <a:graphic>
          <a:graphicData uri="http://schemas.openxmlformats.org/drawingml/2006/table">
            <a:tbl>
              <a:tblPr/>
              <a:tblGrid>
                <a:gridCol w="443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5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IN" sz="800" dirty="0">
                        <a:latin typeface="Calibri" panose="020F050202020403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857250" y="1"/>
            <a:ext cx="6858000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endParaRPr lang="en-IN" sz="135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736943" y="427432"/>
            <a:ext cx="3670113" cy="53776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143000" y="1295683"/>
            <a:ext cx="6858000" cy="3691890"/>
          </a:xfrm>
        </p:spPr>
        <p:txBody>
          <a:bodyPr>
            <a:normAutofit fontScale="70000" lnSpcReduction="20000"/>
          </a:bodyPr>
          <a:lstStyle/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0</a:t>
            </a: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By:  </a:t>
            </a:r>
          </a:p>
          <a:p>
            <a:pPr algn="ctr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(1SP23IS0xx)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</a:t>
            </a:r>
            <a:r>
              <a:rPr lang="en-US" sz="13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Guidence</a:t>
            </a: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lang="en-US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buNone/>
            </a:pP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S.E.A. COLLEGE OF ENGINEERING &amp; TECHNOLOGY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(Affiliated to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Visvesvaraya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Technological University,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Belgaum)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9" y="277000"/>
            <a:ext cx="1265501" cy="112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19744" y="277000"/>
            <a:ext cx="899613" cy="1167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152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2011680" cy="2011680"/>
          </a:xfrm>
          <a:prstGeom prst="ellipse">
            <a:avLst/>
          </a:prstGeom>
          <a:solidFill>
            <a:srgbClr val="1122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74320"/>
            <a:ext cx="1280160" cy="1280160"/>
          </a:xfrm>
          <a:prstGeom prst="ellipse">
            <a:avLst/>
          </a:prstGeom>
          <a:solidFill>
            <a:srgbClr val="0D1E3A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914400"/>
            <a:ext cx="640080" cy="64008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7315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" y="171323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Assistant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7472" y="251790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 →  Transcript  →  Summary  →  Action Items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2570" y="4114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AT A GLANCE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6868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" y="822960"/>
            <a:ext cx="8631936" cy="7498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86868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NLP system that records meeting audio, transcribes it using Whisper, and generates concise summaries with key action items using BART — eliminating manual note-taking.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1719072"/>
            <a:ext cx="2697480" cy="2944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1719072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88366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38912" y="2359152"/>
            <a:ext cx="2331720" cy="137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8912" y="2468880"/>
            <a:ext cx="23317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full journey from spoken dialogue to structured, actionable documentation — reducing cognitive load on participants.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118104" y="1719072"/>
            <a:ext cx="2697480" cy="2944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18104" y="1719072"/>
            <a:ext cx="2697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188366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76472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300984" y="2359152"/>
            <a:ext cx="2331720" cy="137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300984" y="2468880"/>
            <a:ext cx="23317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ingestion → Whisper STT → Raw transcript → BART abstractive summarization → Keyword &amp; action item extraction.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80176" y="1719072"/>
            <a:ext cx="2697480" cy="2944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80176" y="1719072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188366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38544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6163056" y="2359152"/>
            <a:ext cx="2331720" cy="137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163056" y="2468880"/>
            <a:ext cx="23317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dashboard delivering: clean transcript, bullet-point notes, one-paragraph summary, and tagged action items with owners.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4023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4114800" cy="137160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73152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686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31M+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happen every day in the US alone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331720"/>
            <a:ext cx="4114800" cy="713232"/>
          </a:xfrm>
          <a:prstGeom prst="rect">
            <a:avLst/>
          </a:prstGeom>
          <a:solidFill>
            <a:srgbClr val="0D1E3A"/>
          </a:solidFill>
          <a:ln w="12700">
            <a:solidFill>
              <a:srgbClr val="1D4E7A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51460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4672" y="24231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spend an average of 23 hours per week in meetings — yet over 60% of action items discussed are never recorded.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6032" y="3172968"/>
            <a:ext cx="4114800" cy="713232"/>
          </a:xfrm>
          <a:prstGeom prst="rect">
            <a:avLst/>
          </a:prstGeom>
          <a:solidFill>
            <a:srgbClr val="0D1E3A"/>
          </a:solidFill>
          <a:ln w="12700">
            <a:solidFill>
              <a:srgbClr val="1D4E7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35584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4672" y="32644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note-taking splits attention, forcing participants to choose between listening and writing — degrading both.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56032" y="4014216"/>
            <a:ext cx="4114800" cy="713232"/>
          </a:xfrm>
          <a:prstGeom prst="rect">
            <a:avLst/>
          </a:prstGeom>
          <a:solidFill>
            <a:srgbClr val="0D1E3A"/>
          </a:solidFill>
          <a:ln w="12700">
            <a:solidFill>
              <a:srgbClr val="1D4E7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19709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" y="410565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transformer models (Whisper, BART) have matured to a point where accurate automated transcription and summarization is now feasible in real-world conditions.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63440" y="822960"/>
            <a:ext cx="4224528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CC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822960"/>
            <a:ext cx="4224528" cy="5486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28032" y="89611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SYSTEM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828032" y="1207008"/>
            <a:ext cx="3968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Hour-long recordings nobody re-listens 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decisions lost after meeting ends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searchable record of discussions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forgotten or duplicated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63440" y="2880360"/>
            <a:ext cx="4224528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63440" y="2880360"/>
            <a:ext cx="422452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28032" y="295351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SYSTEM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28032" y="3264408"/>
            <a:ext cx="3968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transcript within minutes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summary with bullet key points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indexed meeting records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tagged with owner + deadline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4023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ARE SOLVING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4114800" cy="169164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822960"/>
            <a:ext cx="4572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82296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50976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61872" y="9144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1353312"/>
            <a:ext cx="3438144" cy="137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1417320"/>
            <a:ext cx="3438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hour-long recordings is time-prohibitive. Professionals lose an average of 4.8 hours per week just re-listening to meetings for follow-ups.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82296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822960"/>
            <a:ext cx="457200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82296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950976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69280" y="9144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in Note-Taking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230368" y="1353312"/>
            <a:ext cx="3438144" cy="137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30368" y="1417320"/>
            <a:ext cx="3438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deadlines, decisions, and tasks are frequently missed or misattributed in manual notes. Memory degrades within 24 hours of a meeting.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6032" y="2651760"/>
            <a:ext cx="4114800" cy="169164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56032" y="2651760"/>
            <a:ext cx="41148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56032" y="2651760"/>
            <a:ext cx="457200" cy="1691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56032" y="265176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779776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261872" y="27432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Unstructured, Unsearchable Data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22960" y="3182112"/>
            <a:ext cx="3438144" cy="137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22960" y="3246120"/>
            <a:ext cx="3438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files cannot be indexed, searched, or referenced in project trackers. Critical institutional knowledge is locked in .mp3 files.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663440" y="2651760"/>
            <a:ext cx="4114800" cy="169164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663440" y="265176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663440" y="2651760"/>
            <a:ext cx="457200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663440" y="265176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2779776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669280" y="27432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Burden on Participants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230368" y="3182112"/>
            <a:ext cx="3438144" cy="137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230368" y="3246120"/>
            <a:ext cx="3438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listening and note-taking reduces comprehension by up to 40%. Attendees cannot fully engage when they are also the scribe.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4302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8631936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621792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822960"/>
            <a:ext cx="6217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" y="914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Systems Using Transformers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11887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 (OpenAI, 2022)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140817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— a transformer-based STT model trained on 680,000 hrs of multilingual audio — achieves near-human accuracy on diverse accents, noise conditions, and domain vocabularies without fine-tuning.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932688"/>
            <a:ext cx="2286000" cy="1042416"/>
          </a:xfrm>
          <a:prstGeom prst="rect">
            <a:avLst/>
          </a:prstGeom>
          <a:solidFill>
            <a:srgbClr val="0D1E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987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01968" y="1188720"/>
            <a:ext cx="2066544" cy="10973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24358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used as the transcription backbone of our system.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212848"/>
            <a:ext cx="8631936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12848"/>
            <a:ext cx="621792" cy="1261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12848"/>
            <a:ext cx="6217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7552" y="2304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Text Summarization using Seq2Seq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2578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— BART (Facebook AI, 2019)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" y="279806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combines bidirectional encoder (like BERT) with autoregressive decoder (like GPT), enabling abstractive summarization that paraphrases content rather than merely extracting sentences — producing more natural output.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2322576"/>
            <a:ext cx="2286000" cy="1042416"/>
          </a:xfrm>
          <a:prstGeom prst="rect">
            <a:avLst/>
          </a:prstGeom>
          <a:solidFill>
            <a:srgbClr val="0D1E3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77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601968" y="2578608"/>
            <a:ext cx="2066544" cy="109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63347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extractive methods for more coherent, human-like summaries.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602736"/>
            <a:ext cx="8631936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602736"/>
            <a:ext cx="621792" cy="12618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602736"/>
            <a:ext cx="6217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7552" y="36941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Diarization: End-to-End Approaches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7552" y="39684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Bredin et al. — pyannote.audio (2020)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7552" y="418795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neural diarization models outperform classical clustering approaches for Who-Spoke-When detection, enabling multi-speaker transcript labelling with minimal speaker enrollment data.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3712464"/>
            <a:ext cx="2286000" cy="1042416"/>
          </a:xfrm>
          <a:prstGeom prst="rect">
            <a:avLst/>
          </a:prstGeom>
          <a:solidFill>
            <a:srgbClr val="0D1E3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7673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601968" y="3968496"/>
            <a:ext cx="2066544" cy="10973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40233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individual speakers in meeting transcripts for attribution.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43053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DESIGN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868680"/>
            <a:ext cx="1481328" cy="3291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" y="868680"/>
            <a:ext cx="148132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960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15568" y="1371600"/>
            <a:ext cx="585216" cy="5852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481328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" y="2587752"/>
            <a:ext cx="1298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 upload (.mp3 / .wav)</a:t>
            </a:r>
            <a:endParaRPr lang="en-US" sz="8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pre-processing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157984" y="2404872"/>
            <a:ext cx="173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49424" y="868680"/>
            <a:ext cx="1481328" cy="3291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49424" y="868680"/>
            <a:ext cx="148132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49424" y="960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97480" y="1371600"/>
            <a:ext cx="585216" cy="5852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481328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322576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Engine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340864" y="2587752"/>
            <a:ext cx="1298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model (base / medium)</a:t>
            </a:r>
            <a:endParaRPr lang="en-US" sz="8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Raw text transcript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739896" y="2404872"/>
            <a:ext cx="173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831336" y="868680"/>
            <a:ext cx="1481328" cy="3291840"/>
          </a:xfrm>
          <a:prstGeom prst="rect">
            <a:avLst/>
          </a:prstGeom>
          <a:solidFill>
            <a:srgbClr val="112244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831336" y="868680"/>
            <a:ext cx="148132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831336" y="960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279392" y="137160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481328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904488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Processor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3922776" y="2587752"/>
            <a:ext cx="1298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abstractive summarizer</a:t>
            </a:r>
            <a:endParaRPr lang="en-US" sz="8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→ keywords &amp; entities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321808" y="2404872"/>
            <a:ext cx="173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13248" y="868680"/>
            <a:ext cx="1481328" cy="3291840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413248" y="868680"/>
            <a:ext cx="148132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413248" y="960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861304" y="1371600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1481328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86400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Extractor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504688" y="2587752"/>
            <a:ext cx="1298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NER tagging</a:t>
            </a:r>
            <a:endParaRPr lang="en-US" sz="8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deadline detection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6903720" y="2404872"/>
            <a:ext cx="173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995160" y="868680"/>
            <a:ext cx="1481328" cy="3291840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6995160" y="868680"/>
            <a:ext cx="148132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995160" y="960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7443216" y="1371600"/>
            <a:ext cx="585216" cy="5852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1481328"/>
            <a:ext cx="365760" cy="36576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068312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Dashboard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7086600" y="2587752"/>
            <a:ext cx="1298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UI: Transcript · Summary</a:t>
            </a:r>
            <a:endParaRPr lang="en-US" sz="8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· Keyword Cloud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256032" y="4315968"/>
            <a:ext cx="8631936" cy="384048"/>
          </a:xfrm>
          <a:prstGeom prst="rect">
            <a:avLst/>
          </a:prstGeom>
          <a:solidFill>
            <a:srgbClr val="0D1E3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47472" y="4352544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   •   HuggingFace Transformers   •   OpenAI Whisper   •   spaCy NER   •   React 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427685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697480" cy="181051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822960"/>
            <a:ext cx="2697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24" y="886968"/>
            <a:ext cx="256032" cy="2560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1520" y="905256"/>
            <a:ext cx="1691640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9052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WER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3192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Transcription Accuracy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" y="1618488"/>
            <a:ext cx="2423160" cy="10973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1700784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word error rate below 10% across diverse accents and multi-speaker meeting conditions using Whisper (medium/large model).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18104" y="822960"/>
            <a:ext cx="2697480" cy="181051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18104" y="822960"/>
            <a:ext cx="2697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18104" y="822960"/>
            <a:ext cx="2697480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278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886968"/>
            <a:ext cx="256032" cy="25603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593592" y="905256"/>
            <a:ext cx="1691640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93592" y="9052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 of duration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55264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Summarization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255264" y="1618488"/>
            <a:ext cx="2423160" cy="109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55264" y="1700784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complete meeting summary in under 20% of the total meeting length — a 60-min meeting summarized in under 12 minutes.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980176" y="822960"/>
            <a:ext cx="2697480" cy="181051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980176" y="822960"/>
            <a:ext cx="2697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80176" y="822960"/>
            <a:ext cx="26974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089904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886968"/>
            <a:ext cx="256032" cy="256032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6455664" y="905256"/>
            <a:ext cx="169164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55664" y="9052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Deadline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117336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Output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117336" y="1618488"/>
            <a:ext cx="2423160" cy="10973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117336" y="1700784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categorize action items with a clear owner and deadline for ≥ 80% of explicitly discussed tasks.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256032" y="2761488"/>
            <a:ext cx="2697480" cy="181051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256032" y="2761488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256032" y="2761488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65760" y="27614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8024" y="2825496"/>
            <a:ext cx="256032" cy="256032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731520" y="2843784"/>
            <a:ext cx="169164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31520" y="2843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speakers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393192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Multi-Speaker Support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393192" y="3557016"/>
            <a:ext cx="2423160" cy="1097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393192" y="3639312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identify and label at least 2 distinct speakers in a meeting using diarization, attributing statements correctly.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3118104" y="2761488"/>
            <a:ext cx="2697480" cy="181051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3118104" y="2761488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3118104" y="2761488"/>
            <a:ext cx="26974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3227832" y="27614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6" y="2825496"/>
            <a:ext cx="256032" cy="256032"/>
          </a:xfrm>
          <a:prstGeom prst="rect">
            <a:avLst/>
          </a:prstGeom>
        </p:spPr>
      </p:pic>
      <p:sp>
        <p:nvSpPr>
          <p:cNvPr id="54" name="Shape 47"/>
          <p:cNvSpPr/>
          <p:nvPr/>
        </p:nvSpPr>
        <p:spPr>
          <a:xfrm>
            <a:off x="3593592" y="2843784"/>
            <a:ext cx="169164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3593592" y="2843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≥ 0.35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3255264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Summary Quality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3255264" y="3557016"/>
            <a:ext cx="2423160" cy="1097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3255264" y="3639312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summary quality against human-written reference notes using ROUGE-1, ROUGE-2, and ROUGE-L metrics on a test set.</a:t>
            </a:r>
            <a:endParaRPr lang="en-US" sz="950" dirty="0"/>
          </a:p>
        </p:txBody>
      </p:sp>
      <p:sp>
        <p:nvSpPr>
          <p:cNvPr id="59" name="Shape 52"/>
          <p:cNvSpPr/>
          <p:nvPr/>
        </p:nvSpPr>
        <p:spPr>
          <a:xfrm>
            <a:off x="5980176" y="2761488"/>
            <a:ext cx="2697480" cy="181051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0" name="Shape 53"/>
          <p:cNvSpPr/>
          <p:nvPr/>
        </p:nvSpPr>
        <p:spPr>
          <a:xfrm>
            <a:off x="5980176" y="2761488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5980176" y="2761488"/>
            <a:ext cx="269748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6089904" y="27614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168" y="2825496"/>
            <a:ext cx="256032" cy="256032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6455664" y="2843784"/>
            <a:ext cx="169164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6455664" y="2843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upload</a:t>
            </a:r>
            <a:endParaRPr lang="en-US" sz="800" dirty="0"/>
          </a:p>
        </p:txBody>
      </p:sp>
      <p:sp>
        <p:nvSpPr>
          <p:cNvPr id="66" name="Text 58"/>
          <p:cNvSpPr/>
          <p:nvPr/>
        </p:nvSpPr>
        <p:spPr>
          <a:xfrm>
            <a:off x="6117336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Web Interface</a:t>
            </a:r>
            <a:endParaRPr lang="en-US" sz="1100" dirty="0"/>
          </a:p>
        </p:txBody>
      </p:sp>
      <p:sp>
        <p:nvSpPr>
          <p:cNvPr id="67" name="Shape 59"/>
          <p:cNvSpPr/>
          <p:nvPr/>
        </p:nvSpPr>
        <p:spPr>
          <a:xfrm>
            <a:off x="6117336" y="3557016"/>
            <a:ext cx="2423160" cy="1097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6117336" y="3639312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clean dashboard where a user uploads audio and receives transcript + summary + action items within one interface session.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842</Words>
  <Application>Microsoft Office PowerPoint</Application>
  <PresentationFormat>On-screen Show (16:9)</PresentationFormat>
  <Paragraphs>151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PROJECT PHASE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Meeting Assistant</dc:title>
  <dc:subject>PptxGenJS Presentation</dc:subject>
  <dc:creator>PptxGenJS</dc:creator>
  <cp:lastModifiedBy>Prem Kumar</cp:lastModifiedBy>
  <cp:revision>2</cp:revision>
  <dcterms:created xsi:type="dcterms:W3CDTF">2026-04-05T16:37:14Z</dcterms:created>
  <dcterms:modified xsi:type="dcterms:W3CDTF">2026-04-05T16:48:24Z</dcterms:modified>
</cp:coreProperties>
</file>