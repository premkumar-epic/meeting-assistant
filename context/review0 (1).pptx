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1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93C1A-8591-44CE-B841-C53911BB7EAE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3BEE4-A4B3-4EB9-9292-A3E6B3EDD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53BEE4-A4B3-4EB9-9292-A3E6B3EDDB8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679660"/>
              </p:ext>
            </p:extLst>
          </p:nvPr>
        </p:nvGraphicFramePr>
        <p:xfrm>
          <a:off x="1612265" y="3202146"/>
          <a:ext cx="5919470" cy="445770"/>
        </p:xfrm>
        <a:graphic>
          <a:graphicData uri="http://schemas.openxmlformats.org/drawingml/2006/table">
            <a:tbl>
              <a:tblPr/>
              <a:tblGrid>
                <a:gridCol w="591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IN" sz="1100" dirty="0">
                        <a:latin typeface="Calibri" panose="020F050202020403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-381000" y="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23088" y="990600"/>
            <a:ext cx="8229600" cy="664285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Phase-1 Review-0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8912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I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800" dirty="0" smtClean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</a:t>
            </a:r>
            <a:r>
              <a:rPr lang="en-US" sz="38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Meeting </a:t>
            </a:r>
            <a:r>
              <a:rPr lang="en-US" sz="3800" dirty="0" smtClean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Assistant</a:t>
            </a:r>
            <a:r>
              <a:rPr lang="en-US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By:-</a:t>
            </a: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of:-</a:t>
            </a:r>
          </a:p>
          <a:p>
            <a:pPr algn="ctr">
              <a:buNone/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&amp; Engineering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S.E.A. COLLEGE OF ENGINEERING &amp; TECHNOLOGY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 to 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University, Bel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10290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05344" y="848185"/>
            <a:ext cx="972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780288"/>
          </a:xfrm>
        </p:spPr>
        <p:txBody>
          <a:bodyPr/>
          <a:lstStyle/>
          <a:p>
            <a:pPr algn="ctr"/>
            <a:r>
              <a:rPr lang="en-US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152" y="1752600"/>
            <a:ext cx="8229600" cy="4389120"/>
          </a:xfrm>
        </p:spPr>
        <p:txBody>
          <a:bodyPr>
            <a:normAutofit/>
          </a:bodyPr>
          <a:lstStyle/>
          <a:p>
            <a:r>
              <a:rPr lang="en-GB" sz="2000" dirty="0" smtClean="0"/>
              <a:t>This project presents an AI-powered meeting assistant that converts spoken audio into structured text. </a:t>
            </a:r>
          </a:p>
          <a:p>
            <a:r>
              <a:rPr lang="en-GB" sz="2000" dirty="0" smtClean="0"/>
              <a:t>It automatically generates transcripts, summaries, and key action points from meetings. </a:t>
            </a:r>
          </a:p>
          <a:p>
            <a:r>
              <a:rPr lang="en-GB" sz="2000" dirty="0" smtClean="0"/>
              <a:t>The system reduces manual note-taking and improves productivity. </a:t>
            </a:r>
          </a:p>
          <a:p>
            <a:r>
              <a:rPr lang="en-GB" sz="2000" dirty="0" smtClean="0"/>
              <a:t>It helps users quickly review and understand meeting discussions. </a:t>
            </a:r>
          </a:p>
          <a:p>
            <a:r>
              <a:rPr lang="en-GB" sz="2000" dirty="0" smtClean="0"/>
              <a:t>The output is presented in a simple and user-friendly interface. </a:t>
            </a:r>
            <a:endParaRPr lang="en-GB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Meetings are a core part of organizational workflow, yet most action items go unrecorded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hours per week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spent in meetings on average per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note-taking forces participants to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attention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listening and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 of decisions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discussed in meetings are forgotten within 24 hours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either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cloud-dependent, or lack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like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and BART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made automated processing feasible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dirty="0"/>
              <a:t>This system aims to convert </a:t>
            </a:r>
            <a:r>
              <a:rPr lang="en-GB" sz="2000" b="1" dirty="0"/>
              <a:t>passive audio into active, structured documentation</a:t>
            </a:r>
            <a:r>
              <a:rPr lang="en-GB" sz="2000" dirty="0" smtClean="0"/>
              <a:t>.</a:t>
            </a:r>
            <a:endParaRPr lang="en-GB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Meetings are a core part of organizational workflow, yet most action items go unrecorded.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Around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 hours per week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spent in meetings on average per professional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note-taking forces participants to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 attention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listening and writing.</a:t>
            </a:r>
          </a:p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60% of decisions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discussed in meetings are forgotten within 24 hours.</a:t>
            </a:r>
          </a:p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either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cloud-dependent, or lack summarization.</a:t>
            </a:r>
          </a:p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like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Whisper and BART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have made automated processing feasible.</a:t>
            </a:r>
          </a:p>
          <a:p>
            <a:r>
              <a:rPr lang="en-GB" sz="2000" dirty="0" smtClean="0"/>
              <a:t>This system aims to convert </a:t>
            </a:r>
            <a:r>
              <a:rPr lang="en-GB" sz="2000" b="1" dirty="0" smtClean="0"/>
              <a:t>passive audio into active, structured documentation</a:t>
            </a:r>
            <a:r>
              <a:rPr lang="en-GB" sz="2000" dirty="0" smtClean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6620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0"/>
            <a:ext cx="6705600" cy="609600"/>
          </a:xfrm>
        </p:spPr>
        <p:txBody>
          <a:bodyPr>
            <a:noAutofit/>
          </a:bodyPr>
          <a:lstStyle/>
          <a:p>
            <a:pPr algn="ctr"/>
            <a:r>
              <a:rPr lang="en-US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6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9C5B3-FEA8-31C2-64AF-92B59217D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282680"/>
              </p:ext>
            </p:extLst>
          </p:nvPr>
        </p:nvGraphicFramePr>
        <p:xfrm>
          <a:off x="457200" y="1371600"/>
          <a:ext cx="8305800" cy="55729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17016">
                  <a:extLst>
                    <a:ext uri="{9D8B030D-6E8A-4147-A177-3AD203B41FA5}">
                      <a16:colId xmlns:a16="http://schemas.microsoft.com/office/drawing/2014/main" val="3404477982"/>
                    </a:ext>
                  </a:extLst>
                </a:gridCol>
                <a:gridCol w="1590151">
                  <a:extLst>
                    <a:ext uri="{9D8B030D-6E8A-4147-A177-3AD203B41FA5}">
                      <a16:colId xmlns:a16="http://schemas.microsoft.com/office/drawing/2014/main" val="4179997401"/>
                    </a:ext>
                  </a:extLst>
                </a:gridCol>
                <a:gridCol w="1153583">
                  <a:extLst>
                    <a:ext uri="{9D8B030D-6E8A-4147-A177-3AD203B41FA5}">
                      <a16:colId xmlns:a16="http://schemas.microsoft.com/office/drawing/2014/main" val="3504181798"/>
                    </a:ext>
                  </a:extLst>
                </a:gridCol>
                <a:gridCol w="1691922">
                  <a:extLst>
                    <a:ext uri="{9D8B030D-6E8A-4147-A177-3AD203B41FA5}">
                      <a16:colId xmlns:a16="http://schemas.microsoft.com/office/drawing/2014/main" val="1702373097"/>
                    </a:ext>
                  </a:extLst>
                </a:gridCol>
                <a:gridCol w="1562977">
                  <a:extLst>
                    <a:ext uri="{9D8B030D-6E8A-4147-A177-3AD203B41FA5}">
                      <a16:colId xmlns:a16="http://schemas.microsoft.com/office/drawing/2014/main" val="3433286136"/>
                    </a:ext>
                  </a:extLst>
                </a:gridCol>
                <a:gridCol w="1590151">
                  <a:extLst>
                    <a:ext uri="{9D8B030D-6E8A-4147-A177-3AD203B41FA5}">
                      <a16:colId xmlns:a16="http://schemas.microsoft.com/office/drawing/2014/main" val="2951566691"/>
                    </a:ext>
                  </a:extLst>
                </a:gridCol>
              </a:tblGrid>
              <a:tr h="635172"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Idea / Method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 / 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/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61666"/>
                  </a:ext>
                </a:extLst>
              </a:tr>
              <a:tr h="713831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Whisper: Robust Speech Recognition (2022)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Alec Radford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Transformer-based Speech-to-Text trained on large-scale data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Large model size, high compute requirement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High accuracy across accents and noisy environments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599186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Is All You Need (2017)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Vaswani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Transformer architecture for sequence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 for long 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for all modern STT and NLP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594520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BART: Denoising Seq2Seq Pre-training (2019)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encoder + autoregressive decoder for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 compute for fine-tuning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 abstractive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434956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Speech Recognition via Large-Scale Weak Supervision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Radford et al. (OpenAI)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 trained on 680K hrs multilingual audio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model size; slower on 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Near-human STT accuracy across accents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69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6705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Literature</a:t>
            </a:r>
            <a:r>
              <a:rPr lang="en-US" sz="4000" u="sng" dirty="0"/>
              <a:t> </a:t>
            </a:r>
            <a:r>
              <a:rPr lang="en-US" sz="4400" u="sng" dirty="0"/>
              <a:t>Survey</a:t>
            </a:r>
            <a:endParaRPr lang="en-US" sz="4800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9C5B3-FEA8-31C2-64AF-92B59217D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062995"/>
              </p:ext>
            </p:extLst>
          </p:nvPr>
        </p:nvGraphicFramePr>
        <p:xfrm>
          <a:off x="419099" y="1394012"/>
          <a:ext cx="8305801" cy="34442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615245">
                  <a:extLst>
                    <a:ext uri="{9D8B030D-6E8A-4147-A177-3AD203B41FA5}">
                      <a16:colId xmlns:a16="http://schemas.microsoft.com/office/drawing/2014/main" val="3404477982"/>
                    </a:ext>
                  </a:extLst>
                </a:gridCol>
                <a:gridCol w="1999545">
                  <a:extLst>
                    <a:ext uri="{9D8B030D-6E8A-4147-A177-3AD203B41FA5}">
                      <a16:colId xmlns:a16="http://schemas.microsoft.com/office/drawing/2014/main" val="4179997401"/>
                    </a:ext>
                  </a:extLst>
                </a:gridCol>
                <a:gridCol w="1307395">
                  <a:extLst>
                    <a:ext uri="{9D8B030D-6E8A-4147-A177-3AD203B41FA5}">
                      <a16:colId xmlns:a16="http://schemas.microsoft.com/office/drawing/2014/main" val="3504181798"/>
                    </a:ext>
                  </a:extLst>
                </a:gridCol>
                <a:gridCol w="1615016">
                  <a:extLst>
                    <a:ext uri="{9D8B030D-6E8A-4147-A177-3AD203B41FA5}">
                      <a16:colId xmlns:a16="http://schemas.microsoft.com/office/drawing/2014/main" val="170237309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43328613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951566691"/>
                    </a:ext>
                  </a:extLst>
                </a:gridCol>
              </a:tblGrid>
              <a:tr h="83411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Speaker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Diarization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Bredin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pyannote.audio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neural pipeline for who-spoke-when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speaker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enrollment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best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multi-speaker labelling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270728"/>
                  </a:ext>
                </a:extLst>
              </a:tr>
              <a:tr h="834118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 Summarization using BERT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BERT for meeting transcript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Domain-specific; needs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meeting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meeting-domain summary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113233"/>
                  </a:ext>
                </a:extLst>
              </a:tr>
              <a:tr h="1021075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 Extraction using NER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Lample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spaCy / BiLSTM-CRF for named entity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informal meeting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accurate entity tagging for transcripts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48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094" y="1524000"/>
            <a:ext cx="8229600" cy="4876800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Combines Speech-to-Text with Natural Language Processing for end-to-end meeting intelligence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Audio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pre-processed with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transcription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Whisper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(base/medium model) converts speech to raw text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 is chunked intelligently to handle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meetings beyond model context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abstractive summarization — generating new sentences, not just extracting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</a:p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keywords, names, dates, and project identifiers from the transcript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layer detects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items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owner names and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deadlines.</a:t>
            </a:r>
          </a:p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pyannote.audio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speaker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diarization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labelling each line with the speaker identity.</a:t>
            </a:r>
            <a:endParaRPr lang="en-GB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2BB4-FECB-D5A9-45CE-4095DC15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0" y="494453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A2A9-39A1-1564-B512-1A465854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40" y="1205653"/>
            <a:ext cx="8315960" cy="5614247"/>
          </a:xfrm>
        </p:spPr>
        <p:txBody>
          <a:bodyPr>
            <a:noAutofit/>
          </a:bodyPr>
          <a:lstStyle/>
          <a:p>
            <a:r>
              <a:rPr lang="en-GB" sz="1600" dirty="0" smtClean="0"/>
              <a:t>To </a:t>
            </a:r>
            <a:r>
              <a:rPr lang="en-GB" sz="1600" dirty="0"/>
              <a:t>develop a system that converts meeting audio into text using speech recognition techniques. </a:t>
            </a:r>
          </a:p>
          <a:p>
            <a:r>
              <a:rPr lang="en-GB" sz="1600" dirty="0"/>
              <a:t>To implement text summarization to generate concise meeting summaries from transcripts. </a:t>
            </a:r>
          </a:p>
          <a:p>
            <a:r>
              <a:rPr lang="en-GB" sz="1600" dirty="0"/>
              <a:t>To extract important information such as names, dates, and discussion topics from the meeting. </a:t>
            </a:r>
          </a:p>
          <a:p>
            <a:r>
              <a:rPr lang="en-GB" sz="1600" dirty="0"/>
              <a:t>To identify and detect action items, responsibilities, and deadlines from conversations. </a:t>
            </a:r>
          </a:p>
          <a:p>
            <a:r>
              <a:rPr lang="en-GB" sz="1600" dirty="0"/>
              <a:t>To handle multi-speaker audio and differentiate between speakers. </a:t>
            </a:r>
          </a:p>
          <a:p>
            <a:r>
              <a:rPr lang="en-GB" sz="1600" dirty="0"/>
              <a:t>To design a web-based interface that displays transcript, summary, and extracted insights. </a:t>
            </a:r>
          </a:p>
          <a:p>
            <a:r>
              <a:rPr lang="en-GB" sz="1600" dirty="0"/>
              <a:t>To ensure efficient processing of meeting data and quick result generation.</a:t>
            </a: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27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278</TotalTime>
  <Words>731</Words>
  <Application>Microsoft Office PowerPoint</Application>
  <PresentationFormat>On-screen Show (4:3)</PresentationFormat>
  <Paragraphs>105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Constantia</vt:lpstr>
      <vt:lpstr>Times New Roman</vt:lpstr>
      <vt:lpstr>Wingdings 2</vt:lpstr>
      <vt:lpstr>Flow</vt:lpstr>
      <vt:lpstr>A Project Phase-1 Review-0 Presentation</vt:lpstr>
      <vt:lpstr>Abstract</vt:lpstr>
      <vt:lpstr>Introduction</vt:lpstr>
      <vt:lpstr>Problem Statement</vt:lpstr>
      <vt:lpstr>Literature Survey</vt:lpstr>
      <vt:lpstr>Literature Survey</vt:lpstr>
      <vt:lpstr>Proposed System</vt:lpstr>
      <vt:lpstr>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SEACET-ISPC</dc:creator>
  <cp:lastModifiedBy>Prem Kumar</cp:lastModifiedBy>
  <cp:revision>36</cp:revision>
  <dcterms:created xsi:type="dcterms:W3CDTF">2006-08-16T00:00:00Z</dcterms:created>
  <dcterms:modified xsi:type="dcterms:W3CDTF">2026-04-21T18:43:09Z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3868D2B81EFF4857A3D498ED943ADBAA_12</vt:lpwstr>
  </property>
  <property fmtid="{D5CDD505-2E9C-101B-9397-08002B2CF9AE}" pid="3" name="KSOProductBuildVer">
    <vt:lpwstr>1033-12.2.0.23196</vt:lpwstr>
  </property>
</Properties>
</file>